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Replace with your own template title slide and copy the text across.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slide: problem, how the agent works, and the three capability pillars.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architecture. Every element is a native, editable PowerPoint shape or text box - no images.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Provisioner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10896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Marketing Logistics Agent for Inventory, Procurement and Budget Approval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2062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DD6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Persona: Marketing Manager, Campaign Planner, Finance Approver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Provisioner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566928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logistics are slow and fragmented. Teams chase stock levels in one system, vendor quotes in another and budget sign-off by email, so launches slip and spend goes unchecked.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works as an autonomous logistics coordinator. A central orchestrator registers each campaign request and governs three specialist sub-agents: Inventory checks and reserves stock, Procurement gets vendor quotes and places purchase orders, and Budget validates funds. Spend above the high-value threshold pauses for a human approver, and no purchase order can be placed without an approved budget.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0" y="0"/>
            <a:ext cx="5605272" cy="6858000"/>
          </a:xfrm>
          <a:prstGeom prst="rect">
            <a:avLst/>
          </a:prstGeom>
          <a:solidFill>
            <a:srgbClr val="2B4BD8"/>
          </a:solidFill>
          <a:ln w="12700">
            <a:solidFill>
              <a:srgbClr val="2B4B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0" y="9601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6400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Stock &amp; Sourcing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498080" y="109728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live stock, reserves available units and calculates shortfalls. Procurement compares vendor quotes on price and lead time and recommends the best fit for the campaign date.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498080" y="2450592"/>
            <a:ext cx="42976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0" y="2926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498080" y="2606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Budget Approval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498080" y="306324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the campaign budget and approves routine spend by policy. High-value requests pause for a named human approver with the full justification, and rejected requests stop the workflow.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498080" y="4416552"/>
            <a:ext cx="4297680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0" y="489204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749808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Execution &amp; Audit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498080" y="5029200"/>
            <a:ext cx="4297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orders are hard-blocked until an approved budget covers them. Every action is logged to an audit trail, and the orchestrator returns one consolidated summary of stock, orders and remaining budget.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82880"/>
            <a:ext cx="1124712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Campaign Provisioner Agent : Reference Architecture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1247120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2286000"/>
            <a:ext cx="1828800" cy="210312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2331720"/>
            <a:ext cx="17373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&amp; Channels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2651760"/>
            <a:ext cx="1737360" cy="7315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Manager,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Planner,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Approver (HITL)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02920" y="3703320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739896"/>
            <a:ext cx="1463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App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02920" y="4023360"/>
            <a:ext cx="1554480" cy="2743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4059936"/>
            <a:ext cx="14630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Apps / ADK Web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194560" y="2926080"/>
            <a:ext cx="50292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148840" y="2697480"/>
            <a:ext cx="54864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 flipH="1">
            <a:off x="2194560" y="3566160"/>
            <a:ext cx="50292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2148840" y="3611880"/>
            <a:ext cx="54864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2697480" y="960120"/>
            <a:ext cx="6766560" cy="5074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97480" y="987552"/>
            <a:ext cx="67665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( Agent Runtime )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834640" y="1325880"/>
            <a:ext cx="6492240" cy="109728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880360" y="1261872"/>
            <a:ext cx="822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Agent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880360" y="1261872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80360" y="1261872"/>
            <a:ext cx="914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Agent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2926080" y="1481328"/>
            <a:ext cx="630936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Provisioner Agent (Orchestrator)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971800" y="1828800"/>
            <a:ext cx="118872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17520" y="1865376"/>
            <a:ext cx="1097280" cy="338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Greeting &amp; Intent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24528" y="1828800"/>
            <a:ext cx="118872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70248" y="1865376"/>
            <a:ext cx="1097280" cy="338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Coordination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477256" y="1828800"/>
            <a:ext cx="118872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522976" y="1865376"/>
            <a:ext cx="1097280" cy="338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Coordination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729984" y="1828800"/>
            <a:ext cx="118872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75704" y="1865376"/>
            <a:ext cx="1097280" cy="338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Gate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7982712" y="1828800"/>
            <a:ext cx="118872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28432" y="1865376"/>
            <a:ext cx="1097280" cy="3383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Aggregation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2834640" y="2560320"/>
            <a:ext cx="6492240" cy="1874520"/>
          </a:xfrm>
          <a:prstGeom prst="rect">
            <a:avLst/>
          </a:prstGeom>
          <a:solidFill>
            <a:srgbClr val="E8F0FF"/>
          </a:solidFill>
          <a:ln w="12700">
            <a:solidFill>
              <a:srgbClr val="93A8D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2880360" y="2496312"/>
            <a:ext cx="914400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880360" y="2496312"/>
            <a:ext cx="91440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Sub Agents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926080" y="2788920"/>
            <a:ext cx="2057400" cy="1554480"/>
          </a:xfrm>
          <a:prstGeom prst="rect">
            <a:avLst/>
          </a:prstGeom>
          <a:solidFill>
            <a:srgbClr val="F0F7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971800" y="281635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Inventory Agent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2971800" y="3054096"/>
            <a:ext cx="1965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(Check &amp; Reserve Stock)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017520" y="3310128"/>
            <a:ext cx="1874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063240" y="3346704"/>
            <a:ext cx="1783080" cy="886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live stock by SKU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available units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shortfall to procure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056632" y="2788920"/>
            <a:ext cx="2057400" cy="1554480"/>
          </a:xfrm>
          <a:prstGeom prst="rect">
            <a:avLst/>
          </a:prstGeom>
          <a:solidFill>
            <a:srgbClr val="F3EE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102352" y="281635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Procurement Agent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102352" y="3054096"/>
            <a:ext cx="1965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(Quote &amp; Place PO)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148072" y="3310128"/>
            <a:ext cx="1874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5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193792" y="3346704"/>
            <a:ext cx="1783080" cy="886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vendor quotes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on price &amp; lead time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PO only if approved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7187184" y="2788920"/>
            <a:ext cx="2057400" cy="1554480"/>
          </a:xfrm>
          <a:prstGeom prst="rect">
            <a:avLst/>
          </a:prstGeom>
          <a:solidFill>
            <a:srgbClr val="FFF7ED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232904" y="2816352"/>
            <a:ext cx="196596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Budget Agent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232904" y="3054096"/>
            <a:ext cx="196596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(Validate &amp; Approve - HITL)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278624" y="3310128"/>
            <a:ext cx="187452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E0F5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24344" y="3346704"/>
            <a:ext cx="1783080" cy="8869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remaining budget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Auto-approve under threshold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approval above threshold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80760" y="2240280"/>
            <a:ext cx="0" cy="32004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2834640" y="4526280"/>
            <a:ext cx="6492240" cy="73152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2834640" y="4526280"/>
            <a:ext cx="649224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&amp; Knowledge Layer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017520" y="475488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3063240" y="4791456"/>
            <a:ext cx="18745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Policy &amp; Thresholds</a:t>
            </a:r>
            <a:endParaRPr lang="en-US" sz="800" dirty="0"/>
          </a:p>
        </p:txBody>
      </p:sp>
      <p:sp>
        <p:nvSpPr>
          <p:cNvPr id="56" name="Text 54"/>
          <p:cNvSpPr txBox="1"/>
          <p:nvPr/>
        </p:nvSpPr>
        <p:spPr>
          <a:xfrm>
            <a:off x="3063240" y="4983480"/>
            <a:ext cx="1874520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limit, approval rules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5074920" y="475488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120640" y="4791456"/>
            <a:ext cx="18745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Working Memory</a:t>
            </a:r>
            <a:endParaRPr lang="en-US" sz="800" dirty="0"/>
          </a:p>
        </p:txBody>
      </p:sp>
      <p:sp>
        <p:nvSpPr>
          <p:cNvPr id="59" name="Text 57"/>
          <p:cNvSpPr txBox="1"/>
          <p:nvPr/>
        </p:nvSpPr>
        <p:spPr>
          <a:xfrm>
            <a:off x="5120640" y="4983480"/>
            <a:ext cx="1874520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state, approvals, POs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132320" y="475488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178040" y="4791456"/>
            <a:ext cx="1874520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&amp; Artifact Cache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7178040" y="4983480"/>
            <a:ext cx="1874520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Actions, quotes, summaries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834640" y="5321808"/>
            <a:ext cx="6492240" cy="64008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834640" y="5321808"/>
            <a:ext cx="6492240" cy="20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Cloud Supporting Services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292608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297180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700" dirty="0"/>
          </a:p>
        </p:txBody>
      </p:sp>
      <p:sp>
        <p:nvSpPr>
          <p:cNvPr id="67" name="Text 65"/>
          <p:cNvSpPr txBox="1"/>
          <p:nvPr/>
        </p:nvSpPr>
        <p:spPr>
          <a:xfrm>
            <a:off x="297180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97764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402336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Manager</a:t>
            </a:r>
            <a:endParaRPr lang="en-US" sz="700" dirty="0"/>
          </a:p>
        </p:txBody>
      </p:sp>
      <p:sp>
        <p:nvSpPr>
          <p:cNvPr id="70" name="Text 68"/>
          <p:cNvSpPr txBox="1"/>
          <p:nvPr/>
        </p:nvSpPr>
        <p:spPr>
          <a:xfrm>
            <a:off x="402336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02920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07492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Logging</a:t>
            </a:r>
            <a:endParaRPr lang="en-US" sz="700" dirty="0"/>
          </a:p>
        </p:txBody>
      </p:sp>
      <p:sp>
        <p:nvSpPr>
          <p:cNvPr id="73" name="Text 71"/>
          <p:cNvSpPr txBox="1"/>
          <p:nvPr/>
        </p:nvSpPr>
        <p:spPr>
          <a:xfrm>
            <a:off x="507492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608076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12648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Monitoring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612648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713232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17804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Trace</a:t>
            </a:r>
            <a:endParaRPr lang="en-US" sz="700" dirty="0"/>
          </a:p>
        </p:txBody>
      </p:sp>
      <p:sp>
        <p:nvSpPr>
          <p:cNvPr id="79" name="Text 77"/>
          <p:cNvSpPr txBox="1"/>
          <p:nvPr/>
        </p:nvSpPr>
        <p:spPr>
          <a:xfrm>
            <a:off x="717804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Tracing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183880" y="5513832"/>
            <a:ext cx="987552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8229600" y="5550408"/>
            <a:ext cx="896112" cy="228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Armor</a:t>
            </a:r>
            <a:endParaRPr lang="en-US" sz="700" dirty="0"/>
          </a:p>
        </p:txBody>
      </p:sp>
      <p:sp>
        <p:nvSpPr>
          <p:cNvPr id="82" name="Text 80"/>
          <p:cNvSpPr txBox="1"/>
          <p:nvPr/>
        </p:nvSpPr>
        <p:spPr>
          <a:xfrm>
            <a:off x="8229600" y="5742432"/>
            <a:ext cx="896112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Filtering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9555480" y="1371600"/>
            <a:ext cx="274320" cy="42062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9555480" y="1371600"/>
            <a:ext cx="2743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 vert="vert270"/>
          <a:lstStyle/>
          <a:p>
            <a:pPr algn="ctr" indent="0" marL="0">
              <a:buNone/>
            </a:pPr>
            <a:r>
              <a:rPr lang="en-US" sz="80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/ Tool Calls</a:t>
            </a:r>
            <a:endParaRPr lang="en-US" sz="800" dirty="0"/>
          </a:p>
        </p:txBody>
      </p:sp>
      <p:sp>
        <p:nvSpPr>
          <p:cNvPr id="85" name="Shape 83"/>
          <p:cNvSpPr/>
          <p:nvPr/>
        </p:nvSpPr>
        <p:spPr>
          <a:xfrm>
            <a:off x="9326880" y="3017520"/>
            <a:ext cx="22860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86" name="Shape 84"/>
          <p:cNvSpPr/>
          <p:nvPr/>
        </p:nvSpPr>
        <p:spPr>
          <a:xfrm>
            <a:off x="9966960" y="960120"/>
            <a:ext cx="1920240" cy="182880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10012680" y="987552"/>
            <a:ext cx="1828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Data Integration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10058400" y="1280160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10104120" y="1316736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/ Inventory System</a:t>
            </a:r>
            <a:endParaRPr lang="en-US" sz="800" dirty="0"/>
          </a:p>
        </p:txBody>
      </p:sp>
      <p:sp>
        <p:nvSpPr>
          <p:cNvPr id="90" name="Text 88"/>
          <p:cNvSpPr txBox="1"/>
          <p:nvPr/>
        </p:nvSpPr>
        <p:spPr>
          <a:xfrm>
            <a:off x="10104120" y="1531620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levels, reservations</a:t>
            </a:r>
            <a:endParaRPr lang="en-US" sz="800" dirty="0"/>
          </a:p>
        </p:txBody>
      </p:sp>
      <p:sp>
        <p:nvSpPr>
          <p:cNvPr id="91" name="Shape 89"/>
          <p:cNvSpPr/>
          <p:nvPr/>
        </p:nvSpPr>
        <p:spPr>
          <a:xfrm>
            <a:off x="10058400" y="1847088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10104120" y="1883664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Catalog / Procurement</a:t>
            </a:r>
            <a:endParaRPr lang="en-US" sz="800" dirty="0"/>
          </a:p>
        </p:txBody>
      </p:sp>
      <p:sp>
        <p:nvSpPr>
          <p:cNvPr id="93" name="Text 91"/>
          <p:cNvSpPr txBox="1"/>
          <p:nvPr/>
        </p:nvSpPr>
        <p:spPr>
          <a:xfrm>
            <a:off x="10104120" y="2098548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Quotes, purchase orders</a:t>
            </a:r>
            <a:endParaRPr lang="en-US" sz="800" dirty="0"/>
          </a:p>
        </p:txBody>
      </p:sp>
      <p:sp>
        <p:nvSpPr>
          <p:cNvPr id="94" name="Shape 92"/>
          <p:cNvSpPr/>
          <p:nvPr/>
        </p:nvSpPr>
        <p:spPr>
          <a:xfrm>
            <a:off x="9966960" y="2926080"/>
            <a:ext cx="1920240" cy="182880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10012680" y="2953512"/>
            <a:ext cx="1828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&amp; Execution Layer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10058400" y="3246120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104120" y="3282696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Order API</a:t>
            </a:r>
            <a:endParaRPr lang="en-US" sz="800" dirty="0"/>
          </a:p>
        </p:txBody>
      </p:sp>
      <p:sp>
        <p:nvSpPr>
          <p:cNvPr id="98" name="Text 96"/>
          <p:cNvSpPr txBox="1"/>
          <p:nvPr/>
        </p:nvSpPr>
        <p:spPr>
          <a:xfrm>
            <a:off x="10104120" y="3497580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and track POs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10058400" y="3813048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10104120" y="3849624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Workflow</a:t>
            </a:r>
            <a:endParaRPr lang="en-US" sz="800" dirty="0"/>
          </a:p>
        </p:txBody>
      </p:sp>
      <p:sp>
        <p:nvSpPr>
          <p:cNvPr id="101" name="Text 99"/>
          <p:cNvSpPr txBox="1"/>
          <p:nvPr/>
        </p:nvSpPr>
        <p:spPr>
          <a:xfrm>
            <a:off x="10104120" y="4064508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request &amp; decision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9966960" y="4892040"/>
            <a:ext cx="1920240" cy="1143000"/>
          </a:xfrm>
          <a:prstGeom prst="rect">
            <a:avLst/>
          </a:prstGeom>
          <a:solidFill>
            <a:srgbClr val="EFF4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012680" y="4919472"/>
            <a:ext cx="1828800" cy="2560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&amp; AI Framework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10058400" y="5212080"/>
            <a:ext cx="17373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93A8D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10104120" y="5248656"/>
            <a:ext cx="1645920" cy="2514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 |  ADK 2.x</a:t>
            </a:r>
            <a:endParaRPr lang="en-US" sz="800" dirty="0"/>
          </a:p>
        </p:txBody>
      </p:sp>
      <p:sp>
        <p:nvSpPr>
          <p:cNvPr id="106" name="Text 104"/>
          <p:cNvSpPr txBox="1"/>
          <p:nvPr/>
        </p:nvSpPr>
        <p:spPr>
          <a:xfrm>
            <a:off x="10104120" y="5463540"/>
            <a:ext cx="1645920" cy="2263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Agent Framework</a:t>
            </a:r>
            <a:endParaRPr lang="en-US" sz="800" dirty="0"/>
          </a:p>
        </p:txBody>
      </p:sp>
      <p:sp>
        <p:nvSpPr>
          <p:cNvPr id="107" name="Shape 105"/>
          <p:cNvSpPr/>
          <p:nvPr/>
        </p:nvSpPr>
        <p:spPr>
          <a:xfrm>
            <a:off x="9829800" y="1828800"/>
            <a:ext cx="13716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108" name="Shape 106"/>
          <p:cNvSpPr/>
          <p:nvPr/>
        </p:nvSpPr>
        <p:spPr>
          <a:xfrm>
            <a:off x="9829800" y="3749040"/>
            <a:ext cx="13716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109" name="Shape 107"/>
          <p:cNvSpPr/>
          <p:nvPr/>
        </p:nvSpPr>
        <p:spPr>
          <a:xfrm>
            <a:off x="9829800" y="5440680"/>
            <a:ext cx="137160" cy="0"/>
          </a:xfrm>
          <a:prstGeom prst="line">
            <a:avLst/>
          </a:prstGeom>
          <a:noFill/>
          <a:ln w="19050">
            <a:solidFill>
              <a:srgbClr val="2563EB"/>
            </a:solidFill>
            <a:prstDash val="solid"/>
            <a:headEnd type="triangle"/>
            <a:tailEnd type="triangle"/>
          </a:ln>
        </p:spPr>
      </p:sp>
      <p:sp>
        <p:nvSpPr>
          <p:cNvPr id="110" name="Text 108"/>
          <p:cNvSpPr txBox="1"/>
          <p:nvPr/>
        </p:nvSpPr>
        <p:spPr>
          <a:xfrm>
            <a:off x="45720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HCLTech  |  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Campaign Provisioner</dc:title>
  <dc:subject>PptxGenJS Presentation</dc:subject>
  <dc:creator>PptxGenJS</dc:creator>
  <cp:lastModifiedBy>PptxGenJS</cp:lastModifiedBy>
  <cp:revision>1</cp:revision>
  <dcterms:created xsi:type="dcterms:W3CDTF">2026-10-01T06:49:52Z</dcterms:created>
  <dcterms:modified xsi:type="dcterms:W3CDTF">2026-10-01T06:49:52Z</dcterms:modified>
</cp:coreProperties>
</file>