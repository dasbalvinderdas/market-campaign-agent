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Replace with your own template title slide and copy the text across.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slide: problem, how the agent works, and the three capability pillars.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architecture. Every element is a native, editable PowerPoint shape or text box - no images.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 Provisioner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1089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Marketing Logistics Agent for Inventory, Procurement and Budget Approval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Persona: Marketing Manager, Campaign Planner, Finance Approver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 Provisioner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669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logistics are slow and fragmented. Teams chase stock levels in one system, vendor quotes in another and budget sign-off by email, so launches slip and spend goes unchecked.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works as an autonomous logistics coordinator. A central orchestrator registers each campaign request and governs three specialist sub-agents: Inventory checks and reserves stock, Procurement gets vendor quotes and places purchase orders, and Budget validates funds. Spend above the high-value threshold pauses for a human approver, and no purchase order can be placed without an approved budget.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0" y="0"/>
            <a:ext cx="5605272" cy="6858000"/>
          </a:xfrm>
          <a:prstGeom prst="rect">
            <a:avLst/>
          </a:prstGeom>
          <a:solidFill>
            <a:srgbClr val="2B4BD8"/>
          </a:solidFill>
          <a:ln w="12700">
            <a:solidFill>
              <a:srgbClr val="2B4B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0" y="9601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6400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Stock &amp; Sourcing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09728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live stock, reserves available units and calculates shortfalls. Procurement compares vendor quotes on price and lead time and recommends the best fit for the campaign date.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0" y="2450592"/>
            <a:ext cx="42976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0" y="2926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606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Budget Approval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30632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the campaign budget and approves routine spend by policy. High-value requests pause for a named human approver with the full justification, and rejected requests stop the workflow.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98080" y="4416552"/>
            <a:ext cx="42976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0" y="489204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Execution &amp; Audit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502920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orders are hard-blocked until an approved budget covers them. Every action is logged to an audit trail, and the orchestrator returns one consolidated summary of stock, orders and remaining budget.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 Provisioner Agent : Reference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1247120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2286000"/>
            <a:ext cx="1828800" cy="2103120"/>
          </a:xfrm>
          <a:prstGeom prst="rect">
            <a:avLst/>
          </a:prstGeom>
          <a:solidFill>
            <a:srgbClr val="EFF4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2331720"/>
            <a:ext cx="173736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&amp; Channels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265176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Manager,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Planner,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Approver (HITL)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703320"/>
            <a:ext cx="155448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739896"/>
            <a:ext cx="14630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Enterprise App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2920" y="4023360"/>
            <a:ext cx="155448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059936"/>
            <a:ext cx="14630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Apps / ADK Web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94560" y="2926080"/>
            <a:ext cx="50292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148840" y="2697480"/>
            <a:ext cx="54864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 flipH="1">
            <a:off x="2194560" y="3566160"/>
            <a:ext cx="50292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148840" y="3611880"/>
            <a:ext cx="54864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697480" y="960120"/>
            <a:ext cx="676656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97480" y="987552"/>
            <a:ext cx="676656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( Agent Runtime 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834640" y="1325880"/>
            <a:ext cx="6492240" cy="1097280"/>
          </a:xfrm>
          <a:prstGeom prst="rect">
            <a:avLst/>
          </a:prstGeom>
          <a:solidFill>
            <a:srgbClr val="EFF4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80360" y="1261872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0360" y="1261872"/>
            <a:ext cx="9144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Agent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1499616"/>
            <a:ext cx="630936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Provisioner Agent (Orchestrator)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71800" y="1847088"/>
            <a:ext cx="6217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17520" y="1865376"/>
            <a:ext cx="612648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Responsibilities of this single agent:  </a:t>
            </a:r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 &amp; Intent  •  Multi-Agent Coordination  •  State Coordination  •  Human Approval Gate  •  Result Aggregation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834640" y="2560320"/>
            <a:ext cx="6492240" cy="1874520"/>
          </a:xfrm>
          <a:prstGeom prst="rect">
            <a:avLst/>
          </a:prstGeom>
          <a:solidFill>
            <a:srgbClr val="E8F0FF"/>
          </a:solidFill>
          <a:ln w="12700">
            <a:solidFill>
              <a:srgbClr val="93A8D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2880360" y="2496312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880360" y="2496312"/>
            <a:ext cx="9144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 Agents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926080" y="2788920"/>
            <a:ext cx="2057400" cy="1554480"/>
          </a:xfrm>
          <a:prstGeom prst="rect">
            <a:avLst/>
          </a:prstGeom>
          <a:solidFill>
            <a:srgbClr val="F0F7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71800" y="2816352"/>
            <a:ext cx="19659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Inventory Agent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3054096"/>
            <a:ext cx="196596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(Check &amp; Reserve Stock)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017520" y="3310128"/>
            <a:ext cx="1874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063240" y="3346704"/>
            <a:ext cx="1783080" cy="886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live stock by SKU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available units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shortfall to procure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056632" y="2788920"/>
            <a:ext cx="2057400" cy="1554480"/>
          </a:xfrm>
          <a:prstGeom prst="rect">
            <a:avLst/>
          </a:prstGeom>
          <a:solidFill>
            <a:srgbClr val="F3EE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02352" y="2816352"/>
            <a:ext cx="19659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Procurement Agent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102352" y="3054096"/>
            <a:ext cx="196596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(Quote &amp; Place PO)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48072" y="3310128"/>
            <a:ext cx="1874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3792" y="3346704"/>
            <a:ext cx="1783080" cy="886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vendor quotes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on price &amp; lead time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PO only if approved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187184" y="2788920"/>
            <a:ext cx="2057400" cy="1554480"/>
          </a:xfrm>
          <a:prstGeom prst="rect">
            <a:avLst/>
          </a:prstGeom>
          <a:solidFill>
            <a:srgbClr val="FFF7ED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32904" y="2816352"/>
            <a:ext cx="19659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Budget Agent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232904" y="3054096"/>
            <a:ext cx="196596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(Validate &amp; Approve - HITL)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278624" y="3310128"/>
            <a:ext cx="1874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324344" y="3346704"/>
            <a:ext cx="1783080" cy="886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remaining budget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under threshold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above threshold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080760" y="2240280"/>
            <a:ext cx="0" cy="32004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triangl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2834640" y="4526280"/>
            <a:ext cx="6492240" cy="731520"/>
          </a:xfrm>
          <a:prstGeom prst="rect">
            <a:avLst/>
          </a:prstGeom>
          <a:solidFill>
            <a:srgbClr val="EFF4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834640" y="4526280"/>
            <a:ext cx="649224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&amp; Knowledge Layer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17520" y="475488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063240" y="4791456"/>
            <a:ext cx="18745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Policy &amp; Thresholds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3063240" y="4983480"/>
            <a:ext cx="1874520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limit, approval rules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074920" y="475488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120640" y="4791456"/>
            <a:ext cx="18745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Working Memory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5120640" y="4983480"/>
            <a:ext cx="1874520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state, approvals, POs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7132320" y="475488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178040" y="4791456"/>
            <a:ext cx="18745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&amp; Artifact Cache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7178040" y="4983480"/>
            <a:ext cx="1874520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Actions, quotes, summaries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834640" y="5321808"/>
            <a:ext cx="6492240" cy="640080"/>
          </a:xfrm>
          <a:prstGeom prst="rect">
            <a:avLst/>
          </a:prstGeom>
          <a:solidFill>
            <a:srgbClr val="EFF4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834640" y="5321808"/>
            <a:ext cx="64922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Supporting Services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926080" y="5513832"/>
            <a:ext cx="9875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971800" y="5550408"/>
            <a:ext cx="8961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700" dirty="0"/>
          </a:p>
        </p:txBody>
      </p:sp>
      <p:sp>
        <p:nvSpPr>
          <p:cNvPr id="58" name="Text 56"/>
          <p:cNvSpPr txBox="1"/>
          <p:nvPr/>
        </p:nvSpPr>
        <p:spPr>
          <a:xfrm>
            <a:off x="2971800" y="5742432"/>
            <a:ext cx="896112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977640" y="5513832"/>
            <a:ext cx="9875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023360" y="5550408"/>
            <a:ext cx="8961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Manager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4023360" y="5742432"/>
            <a:ext cx="896112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5029200" y="5513832"/>
            <a:ext cx="9875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074920" y="5550408"/>
            <a:ext cx="8961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Logging</a:t>
            </a:r>
            <a:endParaRPr lang="en-US" sz="700" dirty="0"/>
          </a:p>
        </p:txBody>
      </p:sp>
      <p:sp>
        <p:nvSpPr>
          <p:cNvPr id="64" name="Text 62"/>
          <p:cNvSpPr txBox="1"/>
          <p:nvPr/>
        </p:nvSpPr>
        <p:spPr>
          <a:xfrm>
            <a:off x="5074920" y="5742432"/>
            <a:ext cx="896112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6080760" y="5513832"/>
            <a:ext cx="9875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126480" y="5550408"/>
            <a:ext cx="8961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Monitoring</a:t>
            </a:r>
            <a:endParaRPr lang="en-US" sz="700" dirty="0"/>
          </a:p>
        </p:txBody>
      </p:sp>
      <p:sp>
        <p:nvSpPr>
          <p:cNvPr id="67" name="Text 65"/>
          <p:cNvSpPr txBox="1"/>
          <p:nvPr/>
        </p:nvSpPr>
        <p:spPr>
          <a:xfrm>
            <a:off x="6126480" y="5742432"/>
            <a:ext cx="896112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7132320" y="5513832"/>
            <a:ext cx="9875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178040" y="5550408"/>
            <a:ext cx="8961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Trace</a:t>
            </a:r>
            <a:endParaRPr lang="en-US" sz="700" dirty="0"/>
          </a:p>
        </p:txBody>
      </p:sp>
      <p:sp>
        <p:nvSpPr>
          <p:cNvPr id="70" name="Text 68"/>
          <p:cNvSpPr txBox="1"/>
          <p:nvPr/>
        </p:nvSpPr>
        <p:spPr>
          <a:xfrm>
            <a:off x="7178040" y="5742432"/>
            <a:ext cx="896112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8183880" y="5513832"/>
            <a:ext cx="9875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8229600" y="5550408"/>
            <a:ext cx="8961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Armor</a:t>
            </a:r>
            <a:endParaRPr lang="en-US" sz="700" dirty="0"/>
          </a:p>
        </p:txBody>
      </p:sp>
      <p:sp>
        <p:nvSpPr>
          <p:cNvPr id="73" name="Text 71"/>
          <p:cNvSpPr txBox="1"/>
          <p:nvPr/>
        </p:nvSpPr>
        <p:spPr>
          <a:xfrm>
            <a:off x="8229600" y="5742432"/>
            <a:ext cx="896112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Filtering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9555480" y="1371600"/>
            <a:ext cx="274320" cy="42062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55480" y="1371600"/>
            <a:ext cx="274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/ Tool Calls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326880" y="3017520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triangle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9966960" y="960120"/>
            <a:ext cx="1920240" cy="1828800"/>
          </a:xfrm>
          <a:prstGeom prst="rect">
            <a:avLst/>
          </a:prstGeom>
          <a:solidFill>
            <a:srgbClr val="EFF4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0012680" y="987552"/>
            <a:ext cx="18288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Integration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10058400" y="1280160"/>
            <a:ext cx="1737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10104120" y="1316736"/>
            <a:ext cx="164592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/ Inventory System</a:t>
            </a:r>
            <a:endParaRPr lang="en-US" sz="800" dirty="0"/>
          </a:p>
        </p:txBody>
      </p:sp>
      <p:sp>
        <p:nvSpPr>
          <p:cNvPr id="81" name="Text 79"/>
          <p:cNvSpPr txBox="1"/>
          <p:nvPr/>
        </p:nvSpPr>
        <p:spPr>
          <a:xfrm>
            <a:off x="10104120" y="1531620"/>
            <a:ext cx="1645920" cy="226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levels, reservations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10058400" y="1847088"/>
            <a:ext cx="1737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104120" y="1883664"/>
            <a:ext cx="164592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Catalog / Procurement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10104120" y="2098548"/>
            <a:ext cx="1645920" cy="226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Quotes, purchase orders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9966960" y="2926080"/>
            <a:ext cx="1920240" cy="1828800"/>
          </a:xfrm>
          <a:prstGeom prst="rect">
            <a:avLst/>
          </a:prstGeom>
          <a:solidFill>
            <a:srgbClr val="EFF4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0012680" y="2953512"/>
            <a:ext cx="18288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&amp; Execution Layer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10058400" y="3246120"/>
            <a:ext cx="1737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104120" y="3282696"/>
            <a:ext cx="164592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 API</a:t>
            </a:r>
            <a:endParaRPr lang="en-US" sz="800" dirty="0"/>
          </a:p>
        </p:txBody>
      </p:sp>
      <p:sp>
        <p:nvSpPr>
          <p:cNvPr id="89" name="Text 87"/>
          <p:cNvSpPr txBox="1"/>
          <p:nvPr/>
        </p:nvSpPr>
        <p:spPr>
          <a:xfrm>
            <a:off x="10104120" y="3497580"/>
            <a:ext cx="1645920" cy="226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and track POs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10058400" y="3813048"/>
            <a:ext cx="1737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0104120" y="3849624"/>
            <a:ext cx="164592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Workflow</a:t>
            </a:r>
            <a:endParaRPr lang="en-US" sz="800" dirty="0"/>
          </a:p>
        </p:txBody>
      </p:sp>
      <p:sp>
        <p:nvSpPr>
          <p:cNvPr id="92" name="Text 90"/>
          <p:cNvSpPr txBox="1"/>
          <p:nvPr/>
        </p:nvSpPr>
        <p:spPr>
          <a:xfrm>
            <a:off x="10104120" y="4064508"/>
            <a:ext cx="1645920" cy="226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request &amp; decision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9966960" y="4892040"/>
            <a:ext cx="1920240" cy="1143000"/>
          </a:xfrm>
          <a:prstGeom prst="rect">
            <a:avLst/>
          </a:prstGeom>
          <a:solidFill>
            <a:srgbClr val="EFF4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10012680" y="4919472"/>
            <a:ext cx="18288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&amp; AI Framework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10058400" y="5212080"/>
            <a:ext cx="1737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0104120" y="5248656"/>
            <a:ext cx="164592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 |  ADK 2.x</a:t>
            </a:r>
            <a:endParaRPr lang="en-US" sz="800" dirty="0"/>
          </a:p>
        </p:txBody>
      </p:sp>
      <p:sp>
        <p:nvSpPr>
          <p:cNvPr id="97" name="Text 95"/>
          <p:cNvSpPr txBox="1"/>
          <p:nvPr/>
        </p:nvSpPr>
        <p:spPr>
          <a:xfrm>
            <a:off x="10104120" y="5463540"/>
            <a:ext cx="1645920" cy="226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&amp; Agent Framework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9829800" y="1828800"/>
            <a:ext cx="13716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triangle"/>
            <a:tailEnd type="triangle"/>
          </a:ln>
        </p:spPr>
      </p:sp>
      <p:sp>
        <p:nvSpPr>
          <p:cNvPr id="99" name="Shape 97"/>
          <p:cNvSpPr/>
          <p:nvPr/>
        </p:nvSpPr>
        <p:spPr>
          <a:xfrm>
            <a:off x="9829800" y="3749040"/>
            <a:ext cx="13716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triangle"/>
            <a:tailEnd type="triangle"/>
          </a:ln>
        </p:spPr>
      </p:sp>
      <p:sp>
        <p:nvSpPr>
          <p:cNvPr id="100" name="Shape 98"/>
          <p:cNvSpPr/>
          <p:nvPr/>
        </p:nvSpPr>
        <p:spPr>
          <a:xfrm>
            <a:off x="9829800" y="5440680"/>
            <a:ext cx="13716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triangle"/>
            <a:tailEnd type="triangle"/>
          </a:ln>
        </p:spPr>
      </p:sp>
      <p:sp>
        <p:nvSpPr>
          <p:cNvPr id="101" name="Text 99"/>
          <p:cNvSpPr txBox="1"/>
          <p:nvPr/>
        </p:nvSpPr>
        <p:spPr>
          <a:xfrm>
            <a:off x="45720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HCLTech  |  Confidential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Campaign Provisioner</dc:title>
  <dc:subject>PptxGenJS Presentation</dc:subject>
  <dc:creator>PptxGenJS</dc:creator>
  <cp:lastModifiedBy>PptxGenJS</cp:lastModifiedBy>
  <cp:revision>1</cp:revision>
  <dcterms:created xsi:type="dcterms:W3CDTF">2026-10-01T06:55:59Z</dcterms:created>
  <dcterms:modified xsi:type="dcterms:W3CDTF">2026-10-01T06:55:59Z</dcterms:modified>
</cp:coreProperties>
</file>